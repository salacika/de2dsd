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4"/>
    <p:sldMasterId id="2147483730" r:id="rId5"/>
  </p:sldMasterIdLst>
  <p:notesMasterIdLst>
    <p:notesMasterId r:id="rId14"/>
  </p:notesMasterIdLst>
  <p:handoutMasterIdLst>
    <p:handoutMasterId r:id="rId15"/>
  </p:handoutMasterIdLst>
  <p:sldIdLst>
    <p:sldId id="669" r:id="rId6"/>
    <p:sldId id="552" r:id="rId7"/>
    <p:sldId id="671" r:id="rId8"/>
    <p:sldId id="672" r:id="rId9"/>
    <p:sldId id="674" r:id="rId10"/>
    <p:sldId id="670" r:id="rId11"/>
    <p:sldId id="675" r:id="rId12"/>
    <p:sldId id="6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orient="horz" pos="764" userDrawn="1">
          <p15:clr>
            <a:srgbClr val="A4A3A4"/>
          </p15:clr>
        </p15:guide>
        <p15:guide id="3" orient="horz" pos="3544" userDrawn="1">
          <p15:clr>
            <a:srgbClr val="A4A3A4"/>
          </p15:clr>
        </p15:guide>
        <p15:guide id="4" orient="horz" pos="2159" userDrawn="1">
          <p15:clr>
            <a:srgbClr val="A4A3A4"/>
          </p15:clr>
        </p15:guide>
        <p15:guide id="5" orient="horz" pos="1374" userDrawn="1">
          <p15:clr>
            <a:srgbClr val="A4A3A4"/>
          </p15:clr>
        </p15:guide>
        <p15:guide id="6" orient="horz" pos="3699" userDrawn="1">
          <p15:clr>
            <a:srgbClr val="A4A3A4"/>
          </p15:clr>
        </p15:guide>
        <p15:guide id="7" orient="horz" pos="1151" userDrawn="1">
          <p15:clr>
            <a:srgbClr val="A4A3A4"/>
          </p15:clr>
        </p15:guide>
        <p15:guide id="8" pos="3896" userDrawn="1">
          <p15:clr>
            <a:srgbClr val="A4A3A4"/>
          </p15:clr>
        </p15:guide>
        <p15:guide id="9" pos="521" userDrawn="1">
          <p15:clr>
            <a:srgbClr val="A4A3A4"/>
          </p15:clr>
        </p15:guide>
        <p15:guide id="10" pos="4211" userDrawn="1">
          <p15:clr>
            <a:srgbClr val="A4A3A4"/>
          </p15:clr>
        </p15:guide>
        <p15:guide id="11" pos="7299" userDrawn="1">
          <p15:clr>
            <a:srgbClr val="A4A3A4"/>
          </p15:clr>
        </p15:guide>
        <p15:guide id="12" pos="5316" userDrawn="1">
          <p15:clr>
            <a:srgbClr val="A4A3A4"/>
          </p15:clr>
        </p15:guide>
        <p15:guide id="13" pos="291" userDrawn="1">
          <p15:clr>
            <a:srgbClr val="A4A3A4"/>
          </p15:clr>
        </p15:guide>
        <p15:guide id="14" pos="343" userDrawn="1">
          <p15:clr>
            <a:srgbClr val="A4A3A4"/>
          </p15:clr>
        </p15:guide>
        <p15:guide id="15" pos="6809" userDrawn="1">
          <p15:clr>
            <a:srgbClr val="A4A3A4"/>
          </p15:clr>
        </p15:guide>
        <p15:guide id="16" pos="6888" userDrawn="1">
          <p15:clr>
            <a:srgbClr val="A4A3A4"/>
          </p15:clr>
        </p15:guide>
        <p15:guide id="17" pos="647" userDrawn="1">
          <p15:clr>
            <a:srgbClr val="A4A3A4"/>
          </p15:clr>
        </p15:guide>
        <p15:guide id="18" orient="horz" pos="1167" userDrawn="1">
          <p15:clr>
            <a:srgbClr val="A4A3A4"/>
          </p15:clr>
        </p15:guide>
        <p15:guide id="19" pos="3949" userDrawn="1">
          <p15:clr>
            <a:srgbClr val="A4A3A4"/>
          </p15:clr>
        </p15:guide>
        <p15:guide id="20" pos="344" userDrawn="1">
          <p15:clr>
            <a:srgbClr val="A4A3A4"/>
          </p15:clr>
        </p15:guide>
        <p15:guide id="21" pos="72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64" clrIdx="0"/>
  <p:cmAuthor id="2" name="Jillian Baum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3D8"/>
    <a:srgbClr val="F4D0D8"/>
    <a:srgbClr val="E7E7E8"/>
    <a:srgbClr val="2FBDD5"/>
    <a:srgbClr val="4D4D4D"/>
    <a:srgbClr val="4F5683"/>
    <a:srgbClr val="88DAE7"/>
    <a:srgbClr val="242C65"/>
    <a:srgbClr val="CDD0D1"/>
    <a:srgbClr val="C9CC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8" autoAdjust="0"/>
    <p:restoredTop sz="81569" autoAdjust="0"/>
  </p:normalViewPr>
  <p:slideViewPr>
    <p:cSldViewPr snapToGrid="0">
      <p:cViewPr varScale="1">
        <p:scale>
          <a:sx n="135" d="100"/>
          <a:sy n="135" d="100"/>
        </p:scale>
        <p:origin x="945" y="57"/>
      </p:cViewPr>
      <p:guideLst>
        <p:guide orient="horz" pos="373"/>
        <p:guide orient="horz" pos="764"/>
        <p:guide orient="horz" pos="3544"/>
        <p:guide orient="horz" pos="2159"/>
        <p:guide orient="horz" pos="1374"/>
        <p:guide orient="horz" pos="3699"/>
        <p:guide orient="horz" pos="1151"/>
        <p:guide pos="3896"/>
        <p:guide pos="521"/>
        <p:guide pos="4211"/>
        <p:guide pos="7299"/>
        <p:guide pos="5316"/>
        <p:guide pos="291"/>
        <p:guide pos="343"/>
        <p:guide pos="6809"/>
        <p:guide pos="6888"/>
        <p:guide pos="647"/>
        <p:guide orient="horz" pos="1167"/>
        <p:guide pos="3949"/>
        <p:guide pos="344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4" d="100"/>
        <a:sy n="12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E9BF7-95E4-A242-BA1D-05FDCF603BE6}" type="datetime1">
              <a:rPr lang="en-US" smtClean="0"/>
              <a:t>10/18/2020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DC95D-4A3A-7D4E-AF7C-745F2732B1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45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DBCB1-0306-AD41-9452-11E7C08D5C04}" type="datetime1">
              <a:rPr lang="en-US" smtClean="0"/>
              <a:t>10/18/2020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90029-A909-AD4E-9775-A0D64990AD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7208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2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68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30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22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Why extensions figures separately?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062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Why extensions figures separately?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 err="1"/>
              <a:t>Knime</a:t>
            </a:r>
            <a:r>
              <a:rPr lang="en-US" noProof="0" dirty="0"/>
              <a:t> server (enterprise feature)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collaboration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deployment with access rights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scheduler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web server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server in cloud 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52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17709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475488" y="1435607"/>
            <a:ext cx="11241024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dirty="0">
                <a:solidFill>
                  <a:srgbClr val="444444"/>
                </a:solidFill>
              </a:rPr>
              <a:t>Click to add text - Lorem </a:t>
            </a:r>
            <a:r>
              <a:rPr lang="en-US" dirty="0" err="1">
                <a:solidFill>
                  <a:srgbClr val="444444"/>
                </a:solidFill>
              </a:rPr>
              <a:t>ipsum</a:t>
            </a:r>
            <a:r>
              <a:rPr lang="en-US" dirty="0">
                <a:solidFill>
                  <a:srgbClr val="444444"/>
                </a:solidFill>
              </a:rPr>
              <a:t> dolor sit </a:t>
            </a:r>
            <a:r>
              <a:rPr lang="en-US" dirty="0" err="1">
                <a:solidFill>
                  <a:srgbClr val="444444"/>
                </a:solidFill>
              </a:rPr>
              <a:t>amet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consectetur</a:t>
            </a:r>
            <a:r>
              <a:rPr lang="en-US" dirty="0">
                <a:solidFill>
                  <a:srgbClr val="444444"/>
                </a:solidFill>
              </a:rPr>
              <a:t> adipiscing </a:t>
            </a:r>
            <a:r>
              <a:rPr lang="en-US" dirty="0" err="1">
                <a:solidFill>
                  <a:srgbClr val="444444"/>
                </a:solidFill>
              </a:rPr>
              <a:t>elit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Ut</a:t>
            </a:r>
            <a:r>
              <a:rPr lang="en-US" dirty="0">
                <a:solidFill>
                  <a:srgbClr val="444444"/>
                </a:solidFill>
              </a:rPr>
              <a:t> vitae </a:t>
            </a:r>
            <a:r>
              <a:rPr lang="en-US" dirty="0" err="1">
                <a:solidFill>
                  <a:srgbClr val="444444"/>
                </a:solidFill>
              </a:rPr>
              <a:t>laoreet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Sed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eleifend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a </a:t>
            </a:r>
            <a:r>
              <a:rPr lang="en-US" dirty="0" err="1">
                <a:solidFill>
                  <a:srgbClr val="444444"/>
                </a:solidFill>
              </a:rPr>
              <a:t>purus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tincidunt</a:t>
            </a:r>
            <a:r>
              <a:rPr lang="en-US" dirty="0">
                <a:solidFill>
                  <a:srgbClr val="444444"/>
                </a:solidFill>
              </a:rPr>
              <a:t>, a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Praesent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justo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nec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metus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auctor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volutpat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Morbi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mattis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eros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adipiscing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tempor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varius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eget</a:t>
            </a:r>
            <a:r>
              <a:rPr lang="en-US" dirty="0">
                <a:solidFill>
                  <a:srgbClr val="444444"/>
                </a:solidFill>
              </a:rPr>
              <a:t>…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solidFill>
                  <a:schemeClr val="bg1">
                    <a:lumMod val="65000"/>
                  </a:schemeClr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427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9964" y="1439863"/>
            <a:ext cx="11241024" cy="4572000"/>
          </a:xfrm>
          <a:prstGeom prst="rect">
            <a:avLst/>
          </a:prstGeom>
        </p:spPr>
        <p:txBody>
          <a:bodyPr>
            <a:noAutofit/>
          </a:bodyPr>
          <a:lstStyle>
            <a:lvl1pPr marL="457200" indent="-45720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SzPct val="140000"/>
              <a:buFont typeface="+mj-lt"/>
              <a:buAutoNum type="arabicPeriod"/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3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solidFill>
                  <a:schemeClr val="bg1">
                    <a:lumMod val="65000"/>
                  </a:schemeClr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7373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439862"/>
            <a:ext cx="11241024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600" baseline="0"/>
            </a:lvl1pPr>
            <a:lvl2pPr marL="557784" indent="-210312">
              <a:lnSpc>
                <a:spcPct val="120000"/>
              </a:lnSpc>
              <a:spcBef>
                <a:spcPts val="288"/>
              </a:spcBef>
              <a:buSzPct val="100000"/>
              <a:buFont typeface="Lucida Grande"/>
              <a:buChar char="–"/>
              <a:defRPr sz="1400" baseline="0"/>
            </a:lvl2pPr>
            <a:lvl3pPr marL="859536" indent="-173736">
              <a:lnSpc>
                <a:spcPct val="120000"/>
              </a:lnSpc>
              <a:spcBef>
                <a:spcPts val="264"/>
              </a:spcBef>
              <a:defRPr sz="1400" baseline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1"/>
            <a:r>
              <a:rPr lang="en-US" dirty="0"/>
              <a:t>Second Level Bullet</a:t>
            </a:r>
          </a:p>
          <a:p>
            <a:pPr lvl="2"/>
            <a:r>
              <a:rPr lang="en-US" dirty="0"/>
              <a:t>Third Level Bullet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solidFill>
                  <a:schemeClr val="bg1">
                    <a:lumMod val="65000"/>
                  </a:schemeClr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5456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705600" y="910939"/>
            <a:ext cx="5486400" cy="557784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439862"/>
            <a:ext cx="5791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6131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776415"/>
            <a:ext cx="11106149" cy="419643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73736" marR="0" indent="-173736" algn="l" defTabSz="3429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6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557531" y="1345462"/>
            <a:ext cx="1745863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</p:spTree>
    <p:extLst>
      <p:ext uri="{BB962C8B-B14F-4D97-AF65-F5344CB8AC3E}">
        <p14:creationId xmlns:p14="http://schemas.microsoft.com/office/powerpoint/2010/main" val="223806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064000" y="923637"/>
            <a:ext cx="0" cy="557645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8128000" y="923637"/>
            <a:ext cx="0" cy="557645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0" y="3712442"/>
            <a:ext cx="12192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56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990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256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8" hasCustomPrompt="1"/>
          </p:nvPr>
        </p:nvSpPr>
        <p:spPr>
          <a:xfrm>
            <a:off x="762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2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208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7038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6304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10086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42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9352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30" hasCustomPrompt="1"/>
          </p:nvPr>
        </p:nvSpPr>
        <p:spPr>
          <a:xfrm>
            <a:off x="3810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1" hasCustomPrompt="1"/>
          </p:nvPr>
        </p:nvSpPr>
        <p:spPr>
          <a:xfrm>
            <a:off x="6858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32" hasCustomPrompt="1"/>
          </p:nvPr>
        </p:nvSpPr>
        <p:spPr>
          <a:xfrm>
            <a:off x="9906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cxnSp>
        <p:nvCxnSpPr>
          <p:cNvPr id="22" name="Straight Connector 21"/>
          <p:cNvCxnSpPr/>
          <p:nvPr userDrawn="1"/>
        </p:nvCxnSpPr>
        <p:spPr>
          <a:xfrm flipV="1">
            <a:off x="3048000" y="932691"/>
            <a:ext cx="0" cy="553620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V="1">
            <a:off x="6096000" y="944426"/>
            <a:ext cx="1" cy="5524471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flipV="1">
            <a:off x="9144000" y="932690"/>
            <a:ext cx="1" cy="5536207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304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3352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6400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9448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906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939800"/>
            <a:ext cx="12192000" cy="371168"/>
          </a:xfrm>
          <a:prstGeom prst="rect">
            <a:avLst/>
          </a:prstGeom>
          <a:solidFill>
            <a:srgbClr val="2FC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9" name="Oval 18"/>
          <p:cNvSpPr/>
          <p:nvPr userDrawn="1"/>
        </p:nvSpPr>
        <p:spPr>
          <a:xfrm>
            <a:off x="1214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/>
                <a:cs typeface="Arial Black"/>
              </a:rPr>
              <a:t>1</a:t>
            </a:r>
          </a:p>
        </p:txBody>
      </p:sp>
      <p:sp>
        <p:nvSpPr>
          <p:cNvPr id="21" name="Oval 20"/>
          <p:cNvSpPr/>
          <p:nvPr userDrawn="1"/>
        </p:nvSpPr>
        <p:spPr>
          <a:xfrm>
            <a:off x="4262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/>
                <a:cs typeface="Arial Black"/>
              </a:rPr>
              <a:t>2</a:t>
            </a:r>
          </a:p>
        </p:txBody>
      </p:sp>
      <p:sp>
        <p:nvSpPr>
          <p:cNvPr id="22" name="Oval 21"/>
          <p:cNvSpPr/>
          <p:nvPr userDrawn="1"/>
        </p:nvSpPr>
        <p:spPr>
          <a:xfrm>
            <a:off x="10358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/>
                <a:cs typeface="Arial Black"/>
              </a:rPr>
              <a:t>4</a:t>
            </a:r>
          </a:p>
        </p:txBody>
      </p:sp>
      <p:sp>
        <p:nvSpPr>
          <p:cNvPr id="24" name="Oval 23"/>
          <p:cNvSpPr/>
          <p:nvPr userDrawn="1"/>
        </p:nvSpPr>
        <p:spPr>
          <a:xfrm>
            <a:off x="7310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/>
                <a:cs typeface="Arial Black"/>
              </a:rPr>
              <a:t>3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048000" y="932691"/>
            <a:ext cx="0" cy="553620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V="1">
            <a:off x="6096000" y="944426"/>
            <a:ext cx="1" cy="5524471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V="1">
            <a:off x="9144000" y="932690"/>
            <a:ext cx="1" cy="5536207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304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3352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6400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9448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304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3352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6400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9448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</p:spTree>
    <p:extLst>
      <p:ext uri="{BB962C8B-B14F-4D97-AF65-F5344CB8AC3E}">
        <p14:creationId xmlns:p14="http://schemas.microsoft.com/office/powerpoint/2010/main" val="179748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" y="926332"/>
            <a:ext cx="1038225" cy="557606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 dirty="0">
              <a:solidFill>
                <a:srgbClr val="2FC2D9"/>
              </a:solidFill>
            </a:endParaRPr>
          </a:p>
        </p:txBody>
      </p:sp>
      <p:sp>
        <p:nvSpPr>
          <p:cNvPr id="4" name="Oval 3"/>
          <p:cNvSpPr/>
          <p:nvPr userDrawn="1"/>
        </p:nvSpPr>
        <p:spPr>
          <a:xfrm>
            <a:off x="767821" y="3477648"/>
            <a:ext cx="548640" cy="411480"/>
          </a:xfrm>
          <a:prstGeom prst="ellipse">
            <a:avLst/>
          </a:prstGeom>
          <a:solidFill>
            <a:srgbClr val="2FC2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0" y="4633576"/>
            <a:ext cx="12192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767821" y="1630376"/>
            <a:ext cx="548640" cy="4114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Arial Black"/>
                <a:cs typeface="Arial Black"/>
              </a:rPr>
              <a:t>1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0" y="2786304"/>
            <a:ext cx="12192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 userDrawn="1"/>
        </p:nvSpPr>
        <p:spPr>
          <a:xfrm>
            <a:off x="767821" y="5324921"/>
            <a:ext cx="548640" cy="411480"/>
          </a:xfrm>
          <a:prstGeom prst="ellipse">
            <a:avLst/>
          </a:prstGeom>
          <a:solidFill>
            <a:srgbClr val="2FC2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1490133" y="1422400"/>
            <a:ext cx="2387600" cy="889000"/>
          </a:xfrm>
          <a:prstGeom prst="rect">
            <a:avLst/>
          </a:prstGeom>
        </p:spPr>
        <p:txBody>
          <a:bodyPr vert="horz" anchor="ctr" anchorCtr="0"/>
          <a:lstStyle>
            <a:lvl1pPr marL="0" indent="0">
              <a:buNone/>
              <a:defRPr sz="1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LOREM IPSUM DOLOR SIT AMET DIAM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4" hasCustomPrompt="1"/>
          </p:nvPr>
        </p:nvSpPr>
        <p:spPr>
          <a:xfrm>
            <a:off x="4114800" y="1206500"/>
            <a:ext cx="7552267" cy="1333500"/>
          </a:xfrm>
          <a:prstGeom prst="rect">
            <a:avLst/>
          </a:prstGeom>
        </p:spPr>
        <p:txBody>
          <a:bodyPr vert="horz" anchor="ctr" anchorCtr="0"/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  <a:p>
            <a:pPr lvl="0"/>
            <a:r>
              <a:rPr lang="en-US" dirty="0"/>
              <a:t>Se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endParaRPr lang="en-US" dirty="0"/>
          </a:p>
          <a:p>
            <a:pPr marL="173736" marR="0" lvl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1490133" y="3238500"/>
            <a:ext cx="2387600" cy="889000"/>
          </a:xfrm>
          <a:prstGeom prst="rect">
            <a:avLst/>
          </a:prstGeom>
        </p:spPr>
        <p:txBody>
          <a:bodyPr vert="horz" anchor="ctr" anchorCtr="0"/>
          <a:lstStyle>
            <a:lvl1pPr marL="0" indent="0">
              <a:buNone/>
              <a:defRPr sz="1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LOREM IPSUM DOLOR SIT AMET DIAM</a:t>
            </a:r>
          </a:p>
        </p:txBody>
      </p:sp>
      <p:sp>
        <p:nvSpPr>
          <p:cNvPr id="20" name="Content Placeholder 11"/>
          <p:cNvSpPr>
            <a:spLocks noGrp="1"/>
          </p:cNvSpPr>
          <p:nvPr>
            <p:ph sz="quarter" idx="26" hasCustomPrompt="1"/>
          </p:nvPr>
        </p:nvSpPr>
        <p:spPr>
          <a:xfrm>
            <a:off x="4114800" y="3022600"/>
            <a:ext cx="7552267" cy="1333500"/>
          </a:xfrm>
          <a:prstGeom prst="rect">
            <a:avLst/>
          </a:prstGeom>
        </p:spPr>
        <p:txBody>
          <a:bodyPr vert="horz" anchor="ctr" anchorCtr="0"/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  <a:p>
            <a:pPr lvl="0"/>
            <a:r>
              <a:rPr lang="en-US" dirty="0"/>
              <a:t>Se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endParaRPr lang="en-US" dirty="0"/>
          </a:p>
          <a:p>
            <a:pPr marL="173736" marR="0" lvl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1490133" y="5080000"/>
            <a:ext cx="2387600" cy="889000"/>
          </a:xfrm>
          <a:prstGeom prst="rect">
            <a:avLst/>
          </a:prstGeom>
        </p:spPr>
        <p:txBody>
          <a:bodyPr vert="horz" anchor="ctr" anchorCtr="0"/>
          <a:lstStyle>
            <a:lvl1pPr marL="0" indent="0">
              <a:buNone/>
              <a:defRPr sz="1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LOREM IPSUM DOLOR SIT AMET DIAM</a:t>
            </a:r>
          </a:p>
        </p:txBody>
      </p:sp>
      <p:sp>
        <p:nvSpPr>
          <p:cNvPr id="22" name="Content Placeholder 11"/>
          <p:cNvSpPr>
            <a:spLocks noGrp="1"/>
          </p:cNvSpPr>
          <p:nvPr>
            <p:ph sz="quarter" idx="28" hasCustomPrompt="1"/>
          </p:nvPr>
        </p:nvSpPr>
        <p:spPr>
          <a:xfrm>
            <a:off x="4114800" y="4864100"/>
            <a:ext cx="7552267" cy="1333500"/>
          </a:xfrm>
          <a:prstGeom prst="rect">
            <a:avLst/>
          </a:prstGeom>
        </p:spPr>
        <p:txBody>
          <a:bodyPr vert="horz" anchor="ctr" anchorCtr="0"/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  <a:p>
            <a:pPr lvl="0"/>
            <a:r>
              <a:rPr lang="en-US" dirty="0"/>
              <a:t>Se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endParaRPr lang="en-US" dirty="0"/>
          </a:p>
          <a:p>
            <a:pPr marL="173736" marR="0" lvl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4106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-4"/>
            <a:ext cx="12192000" cy="929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411651" y="119512"/>
            <a:ext cx="8610608" cy="724866"/>
          </a:xfrm>
          <a:prstGeom prst="rect">
            <a:avLst/>
          </a:prstGeom>
        </p:spPr>
        <p:txBody>
          <a:bodyPr vert="horz" lIns="91440" tIns="0" rIns="91440" bIns="45720" rtlCol="0" anchor="ctr"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client name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223912" y="328466"/>
            <a:ext cx="0" cy="274320"/>
          </a:xfrm>
          <a:prstGeom prst="line">
            <a:avLst/>
          </a:prstGeom>
          <a:ln w="63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V="1">
            <a:off x="12192000" y="943718"/>
            <a:ext cx="0" cy="5598499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 hasCustomPrompt="1"/>
          </p:nvPr>
        </p:nvSpPr>
        <p:spPr>
          <a:xfrm>
            <a:off x="6370488" y="1761513"/>
            <a:ext cx="5242560" cy="365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3038" indent="-173038">
              <a:lnSpc>
                <a:spcPts val="1600"/>
              </a:lnSpc>
              <a:spcBef>
                <a:spcPts val="0"/>
              </a:spcBef>
              <a:spcAft>
                <a:spcPts val="1300"/>
              </a:spcAft>
              <a:buClr>
                <a:srgbClr val="2FC2D9"/>
              </a:buClr>
              <a:buFont typeface="Arial"/>
              <a:buChar char="•"/>
              <a:defRPr sz="1600" baseline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</a:lstStyle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sz="quarter" idx="10" hasCustomPrompt="1"/>
          </p:nvPr>
        </p:nvSpPr>
        <p:spPr>
          <a:xfrm>
            <a:off x="484715" y="1761513"/>
            <a:ext cx="5242560" cy="3657600"/>
          </a:xfrm>
          <a:prstGeom prst="rect">
            <a:avLst/>
          </a:prstGeom>
        </p:spPr>
        <p:txBody>
          <a:bodyPr tIns="4572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None/>
              <a:defRPr sz="16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>
                <a:solidFill>
                  <a:srgbClr val="444444"/>
                </a:solidFill>
              </a:rPr>
              <a:t>Click to add text - Lorem </a:t>
            </a:r>
            <a:r>
              <a:rPr lang="en-US" dirty="0" err="1">
                <a:solidFill>
                  <a:srgbClr val="444444"/>
                </a:solidFill>
              </a:rPr>
              <a:t>ipsum</a:t>
            </a:r>
            <a:r>
              <a:rPr lang="en-US" dirty="0">
                <a:solidFill>
                  <a:srgbClr val="444444"/>
                </a:solidFill>
              </a:rPr>
              <a:t> dolor sit </a:t>
            </a:r>
            <a:r>
              <a:rPr lang="en-US" dirty="0" err="1">
                <a:solidFill>
                  <a:srgbClr val="444444"/>
                </a:solidFill>
              </a:rPr>
              <a:t>amet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consectetur</a:t>
            </a:r>
            <a:r>
              <a:rPr lang="en-US" dirty="0">
                <a:solidFill>
                  <a:srgbClr val="444444"/>
                </a:solidFill>
              </a:rPr>
              <a:t> adipiscing </a:t>
            </a:r>
            <a:r>
              <a:rPr lang="en-US" dirty="0" err="1">
                <a:solidFill>
                  <a:srgbClr val="444444"/>
                </a:solidFill>
              </a:rPr>
              <a:t>elit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Ut</a:t>
            </a:r>
            <a:r>
              <a:rPr lang="en-US" dirty="0">
                <a:solidFill>
                  <a:srgbClr val="444444"/>
                </a:solidFill>
              </a:rPr>
              <a:t> vitae </a:t>
            </a:r>
            <a:r>
              <a:rPr lang="en-US" dirty="0" err="1">
                <a:solidFill>
                  <a:srgbClr val="444444"/>
                </a:solidFill>
              </a:rPr>
              <a:t>laoreet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Sed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eleifend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a </a:t>
            </a:r>
            <a:r>
              <a:rPr lang="en-US" dirty="0" err="1">
                <a:solidFill>
                  <a:srgbClr val="444444"/>
                </a:solidFill>
              </a:rPr>
              <a:t>purus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tincidunt</a:t>
            </a:r>
            <a:r>
              <a:rPr lang="en-US" dirty="0">
                <a:solidFill>
                  <a:srgbClr val="444444"/>
                </a:solidFill>
              </a:rPr>
              <a:t>, a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Praesent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justo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nec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metus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auctor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volutpat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Morbi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mattis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eros</a:t>
            </a:r>
            <a:r>
              <a:rPr lang="en-US" dirty="0">
                <a:solidFill>
                  <a:srgbClr val="444444"/>
                </a:solidFill>
              </a:rPr>
              <a:t>, adipiscing </a:t>
            </a:r>
            <a:r>
              <a:rPr lang="en-US" dirty="0" err="1">
                <a:solidFill>
                  <a:srgbClr val="444444"/>
                </a:solidFill>
              </a:rPr>
              <a:t>tempor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…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533340" y="256310"/>
            <a:ext cx="1514057" cy="48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</a:lstStyle>
          <a:p>
            <a:r>
              <a:rPr lang="en-US" dirty="0"/>
              <a:t>Insert logo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57531" y="1345462"/>
            <a:ext cx="1745863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433398" y="1345462"/>
            <a:ext cx="1745863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</p:spTree>
    <p:extLst>
      <p:ext uri="{BB962C8B-B14F-4D97-AF65-F5344CB8AC3E}">
        <p14:creationId xmlns:p14="http://schemas.microsoft.com/office/powerpoint/2010/main" val="3899584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Case Study Image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49742"/>
            <a:ext cx="12192000" cy="5082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itle 1"/>
          <p:cNvSpPr>
            <a:spLocks noGrp="1"/>
          </p:cNvSpPr>
          <p:nvPr>
            <p:ph type="title" idx="4294967295" hasCustomPrompt="1"/>
          </p:nvPr>
        </p:nvSpPr>
        <p:spPr>
          <a:xfrm>
            <a:off x="363032" y="269597"/>
            <a:ext cx="7612569" cy="72486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CASE STUDY CLIENT NAME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28589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CASE STUDY IMAGERY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1792" y="0"/>
            <a:ext cx="3540208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9041131" y="939062"/>
            <a:ext cx="2041264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 baseline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2" name="Content Placeholder 10"/>
          <p:cNvSpPr txBox="1">
            <a:spLocks/>
          </p:cNvSpPr>
          <p:nvPr/>
        </p:nvSpPr>
        <p:spPr>
          <a:xfrm>
            <a:off x="8910695" y="1422400"/>
            <a:ext cx="3048000" cy="435789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</a:pPr>
            <a:r>
              <a:rPr lang="en-US" sz="1400" dirty="0">
                <a:solidFill>
                  <a:srgbClr val="444444"/>
                </a:solidFill>
                <a:latin typeface="Trebuchet MS"/>
                <a:ea typeface="ＭＳ Ｐゴシック" pitchFamily="34" charset="-128"/>
                <a:cs typeface="Trebuchet MS"/>
              </a:rPr>
              <a:t>Lorem </a:t>
            </a:r>
            <a:r>
              <a:rPr lang="en-US" sz="1400" dirty="0">
                <a:solidFill>
                  <a:srgbClr val="444444"/>
                </a:solidFill>
                <a:latin typeface="Trebuchet MS"/>
                <a:cs typeface="Trebuchet MS"/>
              </a:rPr>
              <a:t>ipsum dolor sit amet, minum consec tetur adipiscing elit. </a:t>
            </a:r>
          </a:p>
          <a:p>
            <a:pPr marL="173736" indent="-173736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</a:pPr>
            <a:r>
              <a:rPr lang="en-US" sz="1400" dirty="0">
                <a:solidFill>
                  <a:srgbClr val="444444"/>
                </a:solidFill>
                <a:latin typeface="Trebuchet MS"/>
                <a:cs typeface="Trebuchet MS"/>
              </a:rPr>
              <a:t>Mauris sit amet enim eget odio lorem venenatis egestas. Donec vitae molestie enim. </a:t>
            </a:r>
          </a:p>
          <a:p>
            <a:pPr marL="173736" indent="-173736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</a:pPr>
            <a:r>
              <a:rPr lang="en-US" sz="1400" dirty="0">
                <a:solidFill>
                  <a:srgbClr val="444444"/>
                </a:solidFill>
                <a:latin typeface="Trebuchet MS"/>
                <a:cs typeface="Trebuchet MS"/>
              </a:rPr>
              <a:t>Aenean id mauris adipiscing accumsan, iaculis urna sit amet, facilisis velit.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8895633" y="757317"/>
            <a:ext cx="3044999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 userDrawn="1">
            <p:ph type="title" idx="4294967295" hasCustomPrompt="1"/>
          </p:nvPr>
        </p:nvSpPr>
        <p:spPr>
          <a:xfrm>
            <a:off x="363032" y="269597"/>
            <a:ext cx="7612569" cy="72486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CASE STUDY CLIENT NAME</a:t>
            </a:r>
            <a:endParaRPr lang="en-US" sz="1800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8910696" y="200558"/>
            <a:ext cx="1514057" cy="4551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</a:lstStyle>
          <a:p>
            <a:r>
              <a:rPr lang="en-US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3955958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349742"/>
            <a:ext cx="12192000" cy="5082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Image</a:t>
            </a:r>
          </a:p>
        </p:txBody>
      </p:sp>
      <p:sp>
        <p:nvSpPr>
          <p:cNvPr id="8" name="Text Placeholder 13"/>
          <p:cNvSpPr txBox="1">
            <a:spLocks/>
          </p:cNvSpPr>
          <p:nvPr userDrawn="1"/>
        </p:nvSpPr>
        <p:spPr>
          <a:xfrm>
            <a:off x="1041805" y="3328611"/>
            <a:ext cx="8650817" cy="92333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163208" y="5136641"/>
            <a:ext cx="5012270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And Line 3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63207" y="4479647"/>
            <a:ext cx="3688189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Line 2 Here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1155506" y="3276171"/>
            <a:ext cx="3727752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OPTIONAL EYEBROW HEADER HERE</a:t>
            </a:r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1163207" y="3831947"/>
            <a:ext cx="5286384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Type Line 1 Here</a:t>
            </a:r>
          </a:p>
        </p:txBody>
      </p:sp>
    </p:spTree>
    <p:extLst>
      <p:ext uri="{BB962C8B-B14F-4D97-AF65-F5344CB8AC3E}">
        <p14:creationId xmlns:p14="http://schemas.microsoft.com/office/powerpoint/2010/main" val="2953686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6" descr="Pattern_ppt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13"/>
          <p:cNvSpPr txBox="1">
            <a:spLocks/>
          </p:cNvSpPr>
          <p:nvPr userDrawn="1"/>
        </p:nvSpPr>
        <p:spPr>
          <a:xfrm>
            <a:off x="1041805" y="3328611"/>
            <a:ext cx="8650817" cy="92333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163208" y="5136641"/>
            <a:ext cx="5012270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And Line 3 Here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63207" y="4479647"/>
            <a:ext cx="3688189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Line 2 Here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1155506" y="3276171"/>
            <a:ext cx="3727752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OPTIONAL EYEBROW HEADER HERE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1163207" y="3831947"/>
            <a:ext cx="5286384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Type Line 1 Here</a:t>
            </a:r>
          </a:p>
        </p:txBody>
      </p:sp>
    </p:spTree>
    <p:extLst>
      <p:ext uri="{BB962C8B-B14F-4D97-AF65-F5344CB8AC3E}">
        <p14:creationId xmlns:p14="http://schemas.microsoft.com/office/powerpoint/2010/main" val="642818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Backgrou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A9CB0"/>
              </a:gs>
              <a:gs pos="100000">
                <a:srgbClr val="2FC2D9"/>
              </a:gs>
            </a:gsLst>
            <a:lin ang="176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 sz="1800" dirty="0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835375" y="3197413"/>
            <a:ext cx="10099325" cy="2921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38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189686" y="0"/>
            <a:ext cx="16571371" cy="72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48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31930536"/>
              </p:ext>
            </p:extLst>
          </p:nvPr>
        </p:nvGraphicFramePr>
        <p:xfrm>
          <a:off x="-1" y="935108"/>
          <a:ext cx="12192000" cy="5530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276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M2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M3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M4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M5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M6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M7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M8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M9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M10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M11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M12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589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88353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3395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42433" y="5455612"/>
            <a:ext cx="8534400" cy="381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MONTH </a:t>
            </a:r>
            <a:r>
              <a:rPr lang="en-US" dirty="0" err="1"/>
              <a:t>DAte</a:t>
            </a:r>
            <a:r>
              <a:rPr lang="en-US" dirty="0"/>
              <a:t>, YEAR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42434" y="4466210"/>
            <a:ext cx="3382786" cy="360099"/>
          </a:xfrm>
          <a:prstGeom prst="rect">
            <a:avLst/>
          </a:prstGeom>
          <a:solidFill>
            <a:schemeClr val="accent2"/>
          </a:solidFill>
        </p:spPr>
        <p:txBody>
          <a:bodyPr wrap="none" tIns="36576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1800" cap="all" baseline="0">
                <a:solidFill>
                  <a:srgbClr val="FFFFFF"/>
                </a:solidFill>
                <a:latin typeface="Arial Black"/>
                <a:cs typeface="Arial Black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837173" y="504827"/>
            <a:ext cx="1658003" cy="458237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9" hasCustomPrompt="1"/>
          </p:nvPr>
        </p:nvSpPr>
        <p:spPr>
          <a:xfrm>
            <a:off x="3048469" y="504826"/>
            <a:ext cx="1882121" cy="458881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2764117" y="571499"/>
            <a:ext cx="0" cy="347382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42433" y="2075578"/>
            <a:ext cx="9213851" cy="6181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100" spc="-200">
                <a:solidFill>
                  <a:schemeClr val="tx1"/>
                </a:solidFill>
                <a:latin typeface="Arial Black"/>
                <a:cs typeface="Arial Black"/>
              </a:defRPr>
            </a:lvl1pPr>
            <a:lvl2pPr>
              <a:defRPr sz="6000">
                <a:latin typeface="Arial Black"/>
                <a:cs typeface="Arial Black"/>
              </a:defRPr>
            </a:lvl2pPr>
            <a:lvl3pPr>
              <a:defRPr sz="6000">
                <a:latin typeface="Arial Black"/>
                <a:cs typeface="Arial Black"/>
              </a:defRPr>
            </a:lvl3pPr>
            <a:lvl4pPr>
              <a:defRPr sz="6000">
                <a:latin typeface="Arial Black"/>
                <a:cs typeface="Arial Black"/>
              </a:defRPr>
            </a:lvl4pPr>
            <a:lvl5pPr>
              <a:defRPr sz="6000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68741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anchor="t"/>
          <a:lstStyle>
            <a:lvl1pPr marL="0" indent="0" algn="ctr">
              <a:buNone/>
              <a:defRPr baseline="0"/>
            </a:lvl1pPr>
          </a:lstStyle>
          <a:p>
            <a:endParaRPr lang="en-US" dirty="0"/>
          </a:p>
          <a:p>
            <a:r>
              <a:rPr lang="en-US" dirty="0"/>
              <a:t>Background Image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42433" y="2075578"/>
            <a:ext cx="9213851" cy="6181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100" spc="-2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6000">
                <a:latin typeface="Arial Black"/>
                <a:cs typeface="Arial Black"/>
              </a:defRPr>
            </a:lvl2pPr>
            <a:lvl3pPr>
              <a:defRPr sz="6000">
                <a:latin typeface="Arial Black"/>
                <a:cs typeface="Arial Black"/>
              </a:defRPr>
            </a:lvl3pPr>
            <a:lvl4pPr>
              <a:defRPr sz="6000">
                <a:latin typeface="Arial Black"/>
                <a:cs typeface="Arial Black"/>
              </a:defRPr>
            </a:lvl4pPr>
            <a:lvl5pPr>
              <a:defRPr sz="6000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842434" y="4453468"/>
            <a:ext cx="8650817" cy="37490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842433" y="5459484"/>
            <a:ext cx="4866216" cy="3730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MONTH DATE, YEAR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837173" y="504827"/>
            <a:ext cx="1658003" cy="458237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6900829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3484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500707"/>
            <a:ext cx="12192000" cy="36576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9708153" y="6560478"/>
            <a:ext cx="1991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2C0EDAD-27A0-9447-9004-E733B36B95C3}" type="slidenum">
              <a:rPr lang="en-US" sz="1000" b="0" i="0" smtClean="0">
                <a:solidFill>
                  <a:srgbClr val="CCCCCC"/>
                </a:solidFill>
                <a:latin typeface="Trebuchet MS"/>
                <a:cs typeface="Trebuchet MS"/>
              </a:rPr>
              <a:pPr algn="r"/>
              <a:t>‹#›</a:t>
            </a:fld>
            <a:endParaRPr lang="en-US" sz="1000" b="0" i="0" dirty="0">
              <a:solidFill>
                <a:srgbClr val="CCCCCC"/>
              </a:solidFill>
              <a:latin typeface="Trebuchet MS"/>
              <a:cs typeface="Trebuchet MS"/>
            </a:endParaRPr>
          </a:p>
        </p:txBody>
      </p:sp>
      <p:sp>
        <p:nvSpPr>
          <p:cNvPr id="38" name="TextBox 37"/>
          <p:cNvSpPr txBox="1"/>
          <p:nvPr userDrawn="1"/>
        </p:nvSpPr>
        <p:spPr>
          <a:xfrm>
            <a:off x="221117" y="6564320"/>
            <a:ext cx="3088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800" b="0" i="0" kern="0" spc="20" dirty="0">
                <a:solidFill>
                  <a:schemeClr val="accent1"/>
                </a:solidFill>
                <a:latin typeface="Trebuchet MS"/>
                <a:cs typeface="Trebuchet MS"/>
              </a:rPr>
              <a:t>DIFFERENT SHAPES OF</a:t>
            </a:r>
            <a:r>
              <a:rPr lang="hu-HU" sz="800" b="0" i="0" kern="0" spc="20" baseline="0" dirty="0">
                <a:solidFill>
                  <a:schemeClr val="accent1"/>
                </a:solidFill>
                <a:latin typeface="Trebuchet MS"/>
                <a:cs typeface="Trebuchet MS"/>
              </a:rPr>
              <a:t> DATA</a:t>
            </a:r>
            <a:endParaRPr lang="en-US" sz="800" b="0" i="0" kern="0" spc="2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311399" y="6589746"/>
            <a:ext cx="0" cy="164592"/>
          </a:xfrm>
          <a:prstGeom prst="line">
            <a:avLst/>
          </a:prstGeom>
          <a:ln w="31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52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705" r:id="rId2"/>
    <p:sldLayoutId id="2147483702" r:id="rId3"/>
    <p:sldLayoutId id="2147483711" r:id="rId4"/>
    <p:sldLayoutId id="2147483728" r:id="rId5"/>
    <p:sldLayoutId id="2147483712" r:id="rId6"/>
    <p:sldLayoutId id="2147483734" r:id="rId7"/>
    <p:sldLayoutId id="2147483736" r:id="rId8"/>
    <p:sldLayoutId id="2147483735" r:id="rId9"/>
    <p:sldLayoutId id="2147483737" r:id="rId10"/>
    <p:sldLayoutId id="2147483713" r:id="rId11"/>
    <p:sldLayoutId id="2147483727" r:id="rId12"/>
    <p:sldLayoutId id="2147483741" r:id="rId13"/>
    <p:sldLayoutId id="2147483698" r:id="rId14"/>
    <p:sldLayoutId id="2147483733" r:id="rId15"/>
    <p:sldLayoutId id="2147483706" r:id="rId16"/>
    <p:sldLayoutId id="2147483738" r:id="rId17"/>
    <p:sldLayoutId id="2147483739" r:id="rId18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600" kern="1200" cap="all" baseline="0">
          <a:solidFill>
            <a:schemeClr val="tx1"/>
          </a:solidFill>
          <a:latin typeface="Arial Black"/>
          <a:ea typeface="+mj-ea"/>
          <a:cs typeface="Arial Black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•"/>
        <a:defRPr sz="2000" kern="1200">
          <a:solidFill>
            <a:schemeClr val="tx1"/>
          </a:solidFill>
          <a:latin typeface="Trebuchet MS"/>
          <a:ea typeface="+mn-ea"/>
          <a:cs typeface="Trebuchet M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ebuchet MS"/>
          <a:ea typeface="+mn-ea"/>
          <a:cs typeface="Trebuchet M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Trebuchet MS"/>
          <a:ea typeface="+mn-ea"/>
          <a:cs typeface="Trebuchet M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Trebuchet MS"/>
          <a:ea typeface="+mn-ea"/>
          <a:cs typeface="Trebuchet M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Trebuchet MS"/>
          <a:ea typeface="+mn-ea"/>
          <a:cs typeface="Trebuchet M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41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4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3097336" y="5648108"/>
            <a:ext cx="6400800" cy="3810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SEPTEMBER 2020</a:t>
            </a:r>
          </a:p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89570" y="5658559"/>
            <a:ext cx="2113143" cy="360099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Laszlo Sallo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529205" y="2853054"/>
            <a:ext cx="8194675" cy="1421928"/>
          </a:xfrm>
        </p:spPr>
        <p:txBody>
          <a:bodyPr/>
          <a:lstStyle/>
          <a:p>
            <a:r>
              <a:rPr lang="en-US" sz="3600" dirty="0"/>
              <a:t>DATA ENGINEERING </a:t>
            </a:r>
          </a:p>
          <a:p>
            <a:endParaRPr lang="en-US" sz="3600" dirty="0"/>
          </a:p>
          <a:p>
            <a:r>
              <a:rPr lang="en-US" sz="3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CHAPTER 5</a:t>
            </a:r>
          </a:p>
        </p:txBody>
      </p:sp>
      <p:pic>
        <p:nvPicPr>
          <p:cNvPr id="1026" name="Picture 2" descr="https://www.ceu.edu/sites/default/files/media/user-5/ceulogo_0_1.jpg"/>
          <p:cNvPicPr>
            <a:picLocks noGrp="1" noChangeAspect="1" noChangeArrowheads="1"/>
          </p:cNvPicPr>
          <p:nvPr>
            <p:ph type="pic" sz="quarter"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5" b="17355"/>
          <a:stretch>
            <a:fillRect/>
          </a:stretch>
        </p:blipFill>
        <p:spPr bwMode="auto">
          <a:xfrm>
            <a:off x="391732" y="590910"/>
            <a:ext cx="3337873" cy="108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67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WHY KNIME</a:t>
            </a:r>
          </a:p>
        </p:txBody>
      </p:sp>
      <p:pic>
        <p:nvPicPr>
          <p:cNvPr id="2050" name="Picture 2" descr="Képtalálat a következőre: „knime logo”">
            <a:extLst>
              <a:ext uri="{FF2B5EF4-FFF2-40B4-BE49-F238E27FC236}">
                <a16:creationId xmlns:a16="http://schemas.microsoft.com/office/drawing/2014/main" id="{AF43C034-47A2-491F-833E-22C6B8748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471" y="2613573"/>
            <a:ext cx="6392039" cy="204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5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DATA SCIENCE AND ML PLATFORMS (GARTNER 2019) </a:t>
            </a:r>
          </a:p>
        </p:txBody>
      </p:sp>
      <p:pic>
        <p:nvPicPr>
          <p:cNvPr id="3074" name="Picture 2" descr="Gartner MQ Data Science ML Platforms 2019">
            <a:extLst>
              <a:ext uri="{FF2B5EF4-FFF2-40B4-BE49-F238E27FC236}">
                <a16:creationId xmlns:a16="http://schemas.microsoft.com/office/drawing/2014/main" id="{B73556A6-7039-4C40-BDB5-5B368461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058" y="1211852"/>
            <a:ext cx="5070201" cy="507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15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928B89-C7C5-4D26-9629-3C64B6223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4078"/>
            <a:ext cx="12192000" cy="661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43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NODES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BB874-FC60-4EF8-BD3C-AFE2EC26F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75" y="1124308"/>
            <a:ext cx="9851921" cy="528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5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KNIME OVERVIEW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8034DE-E7F1-4DA4-9417-2C176A10A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972" y="1245743"/>
            <a:ext cx="7332716" cy="479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36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5ECF514-970F-4E43-8DC6-979A0C4C7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37" y="90487"/>
            <a:ext cx="12125325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96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3CCAF2-2EED-4066-8A7C-D2C4BB7562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NUMBER OF DAMAGES PER WINDSPEED BUCKET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D01B0-50E5-4706-8C22-B4262FD3EF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65"/>
          <a:stretch/>
        </p:blipFill>
        <p:spPr>
          <a:xfrm>
            <a:off x="1677619" y="1273630"/>
            <a:ext cx="8141294" cy="535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4359"/>
      </p:ext>
    </p:extLst>
  </p:cSld>
  <p:clrMapOvr>
    <a:masterClrMapping/>
  </p:clrMapOvr>
</p:sld>
</file>

<file path=ppt/theme/theme1.xml><?xml version="1.0" encoding="utf-8"?>
<a:theme xmlns:a="http://schemas.openxmlformats.org/drawingml/2006/main" name="Epam_PPT_Template">
  <a:themeElements>
    <a:clrScheme name="EPAM_Color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CCCCCC"/>
      </a:accent1>
      <a:accent2>
        <a:srgbClr val="39C2D7"/>
      </a:accent2>
      <a:accent3>
        <a:srgbClr val="1B8BA0"/>
      </a:accent3>
      <a:accent4>
        <a:srgbClr val="A3C644"/>
      </a:accent4>
      <a:accent5>
        <a:srgbClr val="7F993A"/>
      </a:accent5>
      <a:accent6>
        <a:srgbClr val="B22746"/>
      </a:accent6>
      <a:hlink>
        <a:srgbClr val="32B6CE"/>
      </a:hlink>
      <a:folHlink>
        <a:srgbClr val="1B8A9F"/>
      </a:folHlink>
    </a:clrScheme>
    <a:fontScheme name="Slipstream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dirty="0" err="1">
            <a:solidFill>
              <a:srgbClr val="444444"/>
            </a:solidFill>
            <a:latin typeface="Trebuchet MS"/>
            <a:cs typeface="Trebuchet M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EPAM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CCCCCC"/>
      </a:accent1>
      <a:accent2>
        <a:srgbClr val="39C2D7"/>
      </a:accent2>
      <a:accent3>
        <a:srgbClr val="1A9CB0"/>
      </a:accent3>
      <a:accent4>
        <a:srgbClr val="A3C644"/>
      </a:accent4>
      <a:accent5>
        <a:srgbClr val="7F993A"/>
      </a:accent5>
      <a:accent6>
        <a:srgbClr val="B22746"/>
      </a:accent6>
      <a:hlink>
        <a:srgbClr val="FFFFFF"/>
      </a:hlink>
      <a:folHlink>
        <a:srgbClr val="FFFFFF"/>
      </a:folHlink>
    </a:clrScheme>
    <a:fontScheme name="Revolution">
      <a:maj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E9A4A7D20EA84CAA39F80EA2A19865" ma:contentTypeVersion="1" ma:contentTypeDescription="Create a new document." ma:contentTypeScope="" ma:versionID="4ed0c655cf5595f31b06ef1418ca28bf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dcce58c87e9fcebab8021569449a8d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E3C081-4081-47AD-A9A6-9F18F525DA1D}">
  <ds:schemaRefs>
    <ds:schemaRef ds:uri="http://purl.org/dc/elements/1.1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3A1A37E-F8E3-427A-BCE9-B1DDB8B96C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883F0F-DE57-4ECA-B9BB-F22E8C5B5D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28333</TotalTime>
  <Words>62</Words>
  <Application>Microsoft Office PowerPoint</Application>
  <PresentationFormat>Widescreen</PresentationFormat>
  <Paragraphs>26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Lucida Grande</vt:lpstr>
      <vt:lpstr>Trebuchet MS</vt:lpstr>
      <vt:lpstr>Epam_PPT_Template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Michelle Canning</dc:creator>
  <cp:lastModifiedBy>Laszlo Sallo</cp:lastModifiedBy>
  <cp:revision>1697</cp:revision>
  <cp:lastPrinted>2014-07-09T13:30:36Z</cp:lastPrinted>
  <dcterms:created xsi:type="dcterms:W3CDTF">2014-07-08T13:27:24Z</dcterms:created>
  <dcterms:modified xsi:type="dcterms:W3CDTF">2020-10-18T11:49:18Z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0x010100B0E9A4A7D20EA84CAA39F80EA2A19865</vt:lpwstr>
  </property>
</Properties>
</file>